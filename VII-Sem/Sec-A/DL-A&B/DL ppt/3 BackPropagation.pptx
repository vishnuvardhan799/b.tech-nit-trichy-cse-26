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0" r:id="rId7"/>
    <p:sldId id="267" r:id="rId8"/>
    <p:sldId id="268" r:id="rId9"/>
    <p:sldId id="269" r:id="rId10"/>
    <p:sldId id="28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3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223C-46C1-0693-E393-73A61948B0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E91765-09B1-D31C-6B29-9023E63798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22131A-BA5E-58C3-669E-00DC035B7CDF}"/>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32C3DED0-B729-CD1E-BFD4-E7A6390E66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E8DFA7-CF4B-AACB-EF6D-39E83FC32CA6}"/>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3807672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5BA5-22E0-4F65-3E06-5050E2550C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AFF2EA-F894-6020-32F6-2FEE14D642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AC374-EE46-3383-C553-1DE9364F3702}"/>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AC37EF44-10A5-2811-070F-C6C1EA47EA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1989FE-8D48-74F7-57AE-E74127A8F5BE}"/>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226073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362C-A54A-4494-7664-FACA94C9D6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461DC-7DBE-1217-3935-F8A7512AF2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8824B0-E46D-315A-89E5-7FED6538C7E9}"/>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0079BDC8-6136-2BA2-F1C5-127BC5AFF2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D0C368-ED3D-3ED7-C18E-DBA1D3FB5D6B}"/>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1816830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3D098-E108-C39E-83C5-56EDCEE9B1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D13C9-3520-067B-2EEC-C60D7C7F5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8B6194-5D4F-B939-79DE-8822C26986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05E5A07-29A8-FB03-E49B-ED6AD78D402D}"/>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6" name="Footer Placeholder 5">
            <a:extLst>
              <a:ext uri="{FF2B5EF4-FFF2-40B4-BE49-F238E27FC236}">
                <a16:creationId xmlns:a16="http://schemas.microsoft.com/office/drawing/2014/main" id="{4BFDA8DD-96C5-0DE0-82E4-FAE0AEEE64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6F0E-EF58-B000-4318-B4E0AA815EDC}"/>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2512091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8745A-A2C5-C588-3AF0-9F468A6BFC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C72400-08A5-95C5-D806-9CE7374F04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39022A-396C-5012-259E-D05D399B8B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C92C86-1CFF-27F2-C324-0F5008913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6F27DD-45F7-601E-D64D-8E5C978D6E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EA6F2A-4FE7-1A83-1D24-8948446E36AC}"/>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8" name="Footer Placeholder 7">
            <a:extLst>
              <a:ext uri="{FF2B5EF4-FFF2-40B4-BE49-F238E27FC236}">
                <a16:creationId xmlns:a16="http://schemas.microsoft.com/office/drawing/2014/main" id="{BE4A6499-5F7A-221A-DF24-9678EEC491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BDFD4A-AB71-9CC3-B28A-04BC0D47F99C}"/>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313898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2C7E-59CE-2F29-9919-B3B138626F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2D8D4A-D10D-23B1-04E5-CD9185711E4D}"/>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4" name="Footer Placeholder 3">
            <a:extLst>
              <a:ext uri="{FF2B5EF4-FFF2-40B4-BE49-F238E27FC236}">
                <a16:creationId xmlns:a16="http://schemas.microsoft.com/office/drawing/2014/main" id="{36840B99-5985-7B66-F7FA-B740C989C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95CCCA-33CA-BB26-C34B-08990EB1D110}"/>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131185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0DC8E-C8FC-254A-462A-257DE3430741}"/>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3" name="Footer Placeholder 2">
            <a:extLst>
              <a:ext uri="{FF2B5EF4-FFF2-40B4-BE49-F238E27FC236}">
                <a16:creationId xmlns:a16="http://schemas.microsoft.com/office/drawing/2014/main" id="{6E440759-005C-A315-DC8C-B31513A7F8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1D85D7-5FDF-ED94-3156-239D4D5F9E8C}"/>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2517625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C111F-73BB-41D4-ACF2-D51183F30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B632F1-D62E-ACF7-7CB2-1A311D087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B28193-86F7-9E74-494D-9E8A74429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96E466-4DA8-979D-8395-49588AB88791}"/>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6" name="Footer Placeholder 5">
            <a:extLst>
              <a:ext uri="{FF2B5EF4-FFF2-40B4-BE49-F238E27FC236}">
                <a16:creationId xmlns:a16="http://schemas.microsoft.com/office/drawing/2014/main" id="{C6DC36A7-94F3-D7B3-AEFE-5AB3FF926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E77682-7EC6-0DE4-6753-668BBA32152D}"/>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85318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01086-CB98-9B58-1211-E8EC6C745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5173B9-44A1-985A-7993-B60B49C70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F7FD96-CCF3-8EA0-04B5-11F4CCE0B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EBAC9-371E-4F95-3561-8CE76E0BC9E8}"/>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6" name="Footer Placeholder 5">
            <a:extLst>
              <a:ext uri="{FF2B5EF4-FFF2-40B4-BE49-F238E27FC236}">
                <a16:creationId xmlns:a16="http://schemas.microsoft.com/office/drawing/2014/main" id="{B5CE60B6-ED09-AD6A-24B0-5DDEBE66D1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9C0EB0-058B-628C-A35B-79742856A9C7}"/>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2121090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42B3-39FD-21D8-6F7C-4E5FF82DD7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60D140-DF2A-5313-B430-F36242ED2E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1E401C-267C-8169-8F06-5B8002BD7CF8}"/>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0F506F1C-F80F-5543-5350-FD1B641FDF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9268E3-AA72-F655-59B8-3E6A471FBC39}"/>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1848253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E1491C-42D2-D063-E68C-429B0E5D93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288793-7AC3-9EAE-5888-819A77D26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03434B-DC5D-C3DE-319A-7C3B7363D310}"/>
              </a:ext>
            </a:extLst>
          </p:cNvPr>
          <p:cNvSpPr>
            <a:spLocks noGrp="1"/>
          </p:cNvSpPr>
          <p:nvPr>
            <p:ph type="dt" sz="half" idx="10"/>
          </p:nvPr>
        </p:nvSpPr>
        <p:spPr/>
        <p:txBody>
          <a:body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A5CA5070-7094-BC00-FACB-A505CB7F49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5AF14-1F0B-612B-02B1-B947F96DB4AC}"/>
              </a:ext>
            </a:extLst>
          </p:cNvPr>
          <p:cNvSpPr>
            <a:spLocks noGrp="1"/>
          </p:cNvSpPr>
          <p:nvPr>
            <p:ph type="sldNum" sz="quarter" idx="12"/>
          </p:nvPr>
        </p:nvSpPr>
        <p:spPr/>
        <p:txBody>
          <a:bodyPr/>
          <a:lstStyle/>
          <a:p>
            <a:fld id="{E1FFAF01-7B00-40F3-9D6E-A1D42DCC32CF}" type="slidenum">
              <a:rPr lang="en-IN" smtClean="0"/>
              <a:t>‹#›</a:t>
            </a:fld>
            <a:endParaRPr lang="en-IN"/>
          </a:p>
        </p:txBody>
      </p:sp>
    </p:spTree>
    <p:extLst>
      <p:ext uri="{BB962C8B-B14F-4D97-AF65-F5344CB8AC3E}">
        <p14:creationId xmlns:p14="http://schemas.microsoft.com/office/powerpoint/2010/main" val="621036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6328BE-5005-6BB0-4524-88A8905886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FAA17D-1924-6A07-D8C9-1BB05D84D6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D4B308-3143-D91B-57A6-D8B6EAE112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2E2B9E-2A34-4ADC-98F3-6BA92121848C}" type="datetimeFigureOut">
              <a:rPr lang="en-IN" smtClean="0"/>
              <a:t>07-11-2025</a:t>
            </a:fld>
            <a:endParaRPr lang="en-IN"/>
          </a:p>
        </p:txBody>
      </p:sp>
      <p:sp>
        <p:nvSpPr>
          <p:cNvPr id="5" name="Footer Placeholder 4">
            <a:extLst>
              <a:ext uri="{FF2B5EF4-FFF2-40B4-BE49-F238E27FC236}">
                <a16:creationId xmlns:a16="http://schemas.microsoft.com/office/drawing/2014/main" id="{69746627-28E2-1661-9846-A46D9AF33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BC43450-FDCB-8E21-D11A-834A9981C5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FFAF01-7B00-40F3-9D6E-A1D42DCC32CF}" type="slidenum">
              <a:rPr lang="en-IN" smtClean="0"/>
              <a:t>‹#›</a:t>
            </a:fld>
            <a:endParaRPr lang="en-IN"/>
          </a:p>
        </p:txBody>
      </p:sp>
    </p:spTree>
    <p:extLst>
      <p:ext uri="{BB962C8B-B14F-4D97-AF65-F5344CB8AC3E}">
        <p14:creationId xmlns:p14="http://schemas.microsoft.com/office/powerpoint/2010/main" val="331220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tags" Target="../tags/tag55.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5" Type="http://schemas.openxmlformats.org/officeDocument/2006/relationships/tags" Target="../tags/tag5.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8" Type="http://schemas.openxmlformats.org/officeDocument/2006/relationships/tags" Target="../tags/tag8.xml"/><Relationship Id="rId51" Type="http://schemas.openxmlformats.org/officeDocument/2006/relationships/tags" Target="../tags/tag51.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slideLayout" Target="../slideLayouts/slideLayout2.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0745-EDED-8A4B-8BCE-DE5B4B36C20D}"/>
              </a:ext>
            </a:extLst>
          </p:cNvPr>
          <p:cNvSpPr>
            <a:spLocks noGrp="1"/>
          </p:cNvSpPr>
          <p:nvPr>
            <p:ph type="ctrTitle"/>
          </p:nvPr>
        </p:nvSpPr>
        <p:spPr/>
        <p:txBody>
          <a:bodyPr/>
          <a:lstStyle/>
          <a:p>
            <a:r>
              <a:rPr lang="en-IN" dirty="0" err="1"/>
              <a:t>BackPropagation</a:t>
            </a:r>
            <a:endParaRPr lang="en-IN" dirty="0"/>
          </a:p>
        </p:txBody>
      </p:sp>
      <p:sp>
        <p:nvSpPr>
          <p:cNvPr id="3" name="Subtitle 2">
            <a:extLst>
              <a:ext uri="{FF2B5EF4-FFF2-40B4-BE49-F238E27FC236}">
                <a16:creationId xmlns:a16="http://schemas.microsoft.com/office/drawing/2014/main" id="{AF8420FE-A333-9ECD-19AC-4F18837FA67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8457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AAF2C1-CC84-2C3E-B024-85DA79885285}"/>
              </a:ext>
            </a:extLst>
          </p:cNvPr>
          <p:cNvSpPr>
            <a:spLocks noGrp="1"/>
          </p:cNvSpPr>
          <p:nvPr>
            <p:ph idx="1"/>
          </p:nvPr>
        </p:nvSpPr>
        <p:spPr>
          <a:xfrm>
            <a:off x="838200" y="1426464"/>
            <a:ext cx="10515600" cy="4750499"/>
          </a:xfrm>
        </p:spPr>
        <p:txBody>
          <a:bodyPr>
            <a:normAutofit/>
          </a:bodyPr>
          <a:lstStyle/>
          <a:p>
            <a:pPr>
              <a:defRPr/>
            </a:pPr>
            <a:r>
              <a:rPr lang="en-US" dirty="0"/>
              <a:t>Artificial Neural Networks are crude attempts to model the highly massive parallel and distributed processing we believe takes place in the brain.</a:t>
            </a:r>
          </a:p>
          <a:p>
            <a:pPr>
              <a:defRPr/>
            </a:pPr>
            <a:r>
              <a:rPr lang="en-US" dirty="0"/>
              <a:t>Back propagation, an abbreviation for "backward propagation of errors", is a </a:t>
            </a:r>
            <a:r>
              <a:rPr lang="en-US" dirty="0">
                <a:highlight>
                  <a:srgbClr val="FFFF00"/>
                </a:highlight>
              </a:rPr>
              <a:t>common method of training artificial neural networks </a:t>
            </a:r>
            <a:r>
              <a:rPr lang="en-US" dirty="0"/>
              <a:t>used in conjunction with an optimization method such as gradient descent. </a:t>
            </a:r>
          </a:p>
          <a:p>
            <a:r>
              <a:rPr lang="en-US" dirty="0"/>
              <a:t>The method </a:t>
            </a:r>
            <a:r>
              <a:rPr lang="en-US" dirty="0">
                <a:highlight>
                  <a:srgbClr val="FFFF00"/>
                </a:highlight>
              </a:rPr>
              <a:t>calculates the gradient of a loss function with respect to all the weights in the network</a:t>
            </a:r>
            <a:r>
              <a:rPr lang="en-US" dirty="0"/>
              <a:t>. </a:t>
            </a:r>
          </a:p>
          <a:p>
            <a:r>
              <a:rPr lang="en-US" dirty="0"/>
              <a:t>The gradient is fed to the optimization method which in turn uses it to update the weights, in an attempt to minimize the loss function.</a:t>
            </a:r>
          </a:p>
          <a:p>
            <a:endParaRPr lang="en-IN" dirty="0"/>
          </a:p>
        </p:txBody>
      </p:sp>
      <p:sp>
        <p:nvSpPr>
          <p:cNvPr id="4" name="Title 1">
            <a:extLst>
              <a:ext uri="{FF2B5EF4-FFF2-40B4-BE49-F238E27FC236}">
                <a16:creationId xmlns:a16="http://schemas.microsoft.com/office/drawing/2014/main" id="{E80971E6-747F-14CC-D32F-B3EF8BF338F1}"/>
              </a:ext>
            </a:extLst>
          </p:cNvPr>
          <p:cNvSpPr txBox="1">
            <a:spLocks/>
          </p:cNvSpPr>
          <p:nvPr/>
        </p:nvSpPr>
        <p:spPr>
          <a:xfrm>
            <a:off x="838200" y="384365"/>
            <a:ext cx="10360501" cy="9780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Introduction</a:t>
            </a:r>
          </a:p>
        </p:txBody>
      </p:sp>
    </p:spTree>
    <p:extLst>
      <p:ext uri="{BB962C8B-B14F-4D97-AF65-F5344CB8AC3E}">
        <p14:creationId xmlns:p14="http://schemas.microsoft.com/office/powerpoint/2010/main" val="44947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57AD5-C639-A301-770C-31BD07DB2017}"/>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63EAEB77-0399-AAD8-4854-757E3758620C}"/>
              </a:ext>
            </a:extLst>
          </p:cNvPr>
          <p:cNvSpPr>
            <a:spLocks noGrp="1"/>
          </p:cNvSpPr>
          <p:nvPr>
            <p:ph idx="1"/>
          </p:nvPr>
        </p:nvSpPr>
        <p:spPr/>
        <p:txBody>
          <a:bodyPr>
            <a:normAutofit fontScale="92500" lnSpcReduction="10000"/>
          </a:bodyPr>
          <a:lstStyle/>
          <a:p>
            <a:r>
              <a:rPr lang="en-US" dirty="0"/>
              <a:t>The back propagation learning algorithm can be divided into two phases:</a:t>
            </a:r>
          </a:p>
          <a:p>
            <a:r>
              <a:rPr lang="en-US" dirty="0"/>
              <a:t>Phase 1: </a:t>
            </a:r>
            <a:r>
              <a:rPr lang="en-US" dirty="0">
                <a:highlight>
                  <a:srgbClr val="FFFF00"/>
                </a:highlight>
              </a:rPr>
              <a:t>Propagation</a:t>
            </a:r>
          </a:p>
          <a:p>
            <a:pPr lvl="1"/>
            <a:r>
              <a:rPr lang="en-US" dirty="0"/>
              <a:t>Forward propagation of a training pattern's input through the neural network in order to generate the propagation's output activations.</a:t>
            </a:r>
          </a:p>
          <a:p>
            <a:pPr lvl="1"/>
            <a:r>
              <a:rPr lang="en-US" dirty="0"/>
              <a:t>Backward propagation of the propagation's output activations through the neural network using the training pattern target in order to generate the deltas (the difference between the input and output values) of all output and hidden neurons.</a:t>
            </a:r>
          </a:p>
          <a:p>
            <a:r>
              <a:rPr lang="en-US" dirty="0"/>
              <a:t>Phase 2: </a:t>
            </a:r>
            <a:r>
              <a:rPr lang="en-US" dirty="0">
                <a:highlight>
                  <a:srgbClr val="FFFF00"/>
                </a:highlight>
              </a:rPr>
              <a:t>Weight update</a:t>
            </a:r>
          </a:p>
          <a:p>
            <a:pPr lvl="1"/>
            <a:r>
              <a:rPr lang="en-US" dirty="0"/>
              <a:t>Multiply its output delta and input activation to get the gradient of the weight.</a:t>
            </a:r>
          </a:p>
          <a:p>
            <a:pPr lvl="1"/>
            <a:r>
              <a:rPr lang="en-US" dirty="0"/>
              <a:t>Subtract a ratio (percentage) of the gradient from the weight.</a:t>
            </a:r>
          </a:p>
        </p:txBody>
      </p:sp>
    </p:spTree>
    <p:extLst>
      <p:ext uri="{BB962C8B-B14F-4D97-AF65-F5344CB8AC3E}">
        <p14:creationId xmlns:p14="http://schemas.microsoft.com/office/powerpoint/2010/main" val="57101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descr="Backpropagation passes architecture"/>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57303" y="2029619"/>
            <a:ext cx="4705622" cy="3943350"/>
          </a:xfrm>
          <a:prstGeom prst="rect">
            <a:avLst/>
          </a:prstGeom>
          <a:noFill/>
          <a:ln>
            <a:noFill/>
          </a:ln>
        </p:spPr>
      </p:pic>
    </p:spTree>
    <p:extLst>
      <p:ext uri="{BB962C8B-B14F-4D97-AF65-F5344CB8AC3E}">
        <p14:creationId xmlns:p14="http://schemas.microsoft.com/office/powerpoint/2010/main" val="2211115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835BD-93A5-6E38-20E7-B1CB09BC7408}"/>
              </a:ext>
            </a:extLst>
          </p:cNvPr>
          <p:cNvSpPr>
            <a:spLocks noGrp="1"/>
          </p:cNvSpPr>
          <p:nvPr>
            <p:ph type="title"/>
          </p:nvPr>
        </p:nvSpPr>
        <p:spPr/>
        <p:txBody>
          <a:bodyPr/>
          <a:lstStyle/>
          <a:p>
            <a:r>
              <a:rPr lang="en-US" dirty="0"/>
              <a:t>Back propagation Algorithm</a:t>
            </a:r>
            <a:endParaRPr lang="en-IN" dirty="0"/>
          </a:p>
        </p:txBody>
      </p:sp>
      <p:pic>
        <p:nvPicPr>
          <p:cNvPr id="4" name="Content Placeholder 6">
            <a:extLst>
              <a:ext uri="{FF2B5EF4-FFF2-40B4-BE49-F238E27FC236}">
                <a16:creationId xmlns:a16="http://schemas.microsoft.com/office/drawing/2014/main" id="{34A865A9-DE1D-53C6-568A-3082CF0FD6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2184" y="2185417"/>
            <a:ext cx="8415295" cy="2897116"/>
          </a:xfrm>
        </p:spPr>
      </p:pic>
    </p:spTree>
    <p:extLst>
      <p:ext uri="{BB962C8B-B14F-4D97-AF65-F5344CB8AC3E}">
        <p14:creationId xmlns:p14="http://schemas.microsoft.com/office/powerpoint/2010/main" val="121268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CFAF6-4340-C2FC-B688-DA61A4D07F79}"/>
              </a:ext>
            </a:extLst>
          </p:cNvPr>
          <p:cNvSpPr>
            <a:spLocks noGrp="1"/>
          </p:cNvSpPr>
          <p:nvPr>
            <p:ph type="title"/>
          </p:nvPr>
        </p:nvSpPr>
        <p:spPr/>
        <p:txBody>
          <a:bodyPr/>
          <a:lstStyle/>
          <a:p>
            <a:r>
              <a:rPr lang="en-US" dirty="0"/>
              <a:t>Gradient descent algorithm</a:t>
            </a:r>
            <a:endParaRPr lang="en-IN" dirty="0"/>
          </a:p>
        </p:txBody>
      </p:sp>
      <p:sp>
        <p:nvSpPr>
          <p:cNvPr id="3" name="Content Placeholder 2">
            <a:extLst>
              <a:ext uri="{FF2B5EF4-FFF2-40B4-BE49-F238E27FC236}">
                <a16:creationId xmlns:a16="http://schemas.microsoft.com/office/drawing/2014/main" id="{47796879-5E48-FFEE-664B-04C69873615C}"/>
              </a:ext>
            </a:extLst>
          </p:cNvPr>
          <p:cNvSpPr>
            <a:spLocks noGrp="1"/>
          </p:cNvSpPr>
          <p:nvPr>
            <p:ph idx="1"/>
          </p:nvPr>
        </p:nvSpPr>
        <p:spPr/>
        <p:txBody>
          <a:bodyPr/>
          <a:lstStyle/>
          <a:p>
            <a:pPr marL="457200" indent="-457200"/>
            <a:r>
              <a:rPr lang="en-US" dirty="0"/>
              <a:t>Back propagation calculates the gradient of the error of the network regarding the network's modifiable weights.</a:t>
            </a:r>
            <a:endParaRPr lang="en-US" baseline="30000" dirty="0"/>
          </a:p>
          <a:p>
            <a:pPr marL="457200" indent="-457200"/>
            <a:r>
              <a:rPr lang="en-US" dirty="0"/>
              <a:t>This gradient is almost always used in a simple stochastic gradient descent algorithm to find weights that minimize the error.</a:t>
            </a:r>
          </a:p>
          <a:p>
            <a:endParaRPr lang="en-IN" dirty="0"/>
          </a:p>
        </p:txBody>
      </p:sp>
    </p:spTree>
    <p:extLst>
      <p:ext uri="{BB962C8B-B14F-4D97-AF65-F5344CB8AC3E}">
        <p14:creationId xmlns:p14="http://schemas.microsoft.com/office/powerpoint/2010/main" val="3068348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F4B5-79F9-8A56-1E1A-FEEE2B60B390}"/>
              </a:ext>
            </a:extLst>
          </p:cNvPr>
          <p:cNvSpPr>
            <a:spLocks noGrp="1"/>
          </p:cNvSpPr>
          <p:nvPr>
            <p:ph type="title"/>
          </p:nvPr>
        </p:nvSpPr>
        <p:spPr/>
        <p:txBody>
          <a:bodyPr/>
          <a:lstStyle/>
          <a:p>
            <a:r>
              <a:rPr lang="en-US" dirty="0"/>
              <a:t>Propagating forward</a:t>
            </a:r>
            <a:endParaRPr lang="en-IN" dirty="0"/>
          </a:p>
        </p:txBody>
      </p:sp>
      <p:sp>
        <p:nvSpPr>
          <p:cNvPr id="5" name="Content Placeholder 2">
            <a:extLst>
              <a:ext uri="{FF2B5EF4-FFF2-40B4-BE49-F238E27FC236}">
                <a16:creationId xmlns:a16="http://schemas.microsoft.com/office/drawing/2014/main" id="{F5DA99B9-FE67-A728-7BE9-24D53802E6EF}"/>
              </a:ext>
            </a:extLst>
          </p:cNvPr>
          <p:cNvSpPr>
            <a:spLocks noGrp="1"/>
          </p:cNvSpPr>
          <p:nvPr>
            <p:ph idx="1"/>
          </p:nvPr>
        </p:nvSpPr>
        <p:spPr>
          <a:xfrm>
            <a:off x="838200" y="1930397"/>
            <a:ext cx="10360501" cy="4462272"/>
          </a:xfrm>
        </p:spPr>
        <p:txBody>
          <a:bodyPr/>
          <a:lstStyle/>
          <a:p>
            <a:pPr>
              <a:defRPr/>
            </a:pPr>
            <a:r>
              <a:rPr lang="en-US" dirty="0"/>
              <a:t>Given example X,  compute the output of every node until we reach the output nodes:</a:t>
            </a:r>
          </a:p>
          <a:p>
            <a:pPr>
              <a:defRPr/>
            </a:pPr>
            <a:endParaRPr lang="en-US" dirty="0"/>
          </a:p>
        </p:txBody>
      </p:sp>
      <p:sp>
        <p:nvSpPr>
          <p:cNvPr id="6" name="Oval 4">
            <a:extLst>
              <a:ext uri="{FF2B5EF4-FFF2-40B4-BE49-F238E27FC236}">
                <a16:creationId xmlns:a16="http://schemas.microsoft.com/office/drawing/2014/main" id="{410E55E4-CE30-37E3-1E17-DE5FC0B30BBF}"/>
              </a:ext>
            </a:extLst>
          </p:cNvPr>
          <p:cNvSpPr>
            <a:spLocks noChangeArrowheads="1"/>
          </p:cNvSpPr>
          <p:nvPr>
            <p:custDataLst>
              <p:tags r:id="rId1"/>
            </p:custDataLst>
          </p:nvPr>
        </p:nvSpPr>
        <p:spPr bwMode="auto">
          <a:xfrm>
            <a:off x="4646929" y="4114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7" name="Oval 5">
            <a:extLst>
              <a:ext uri="{FF2B5EF4-FFF2-40B4-BE49-F238E27FC236}">
                <a16:creationId xmlns:a16="http://schemas.microsoft.com/office/drawing/2014/main" id="{1EBDC889-BD2F-FBCF-B384-6FC476DF5F4C}"/>
              </a:ext>
            </a:extLst>
          </p:cNvPr>
          <p:cNvSpPr>
            <a:spLocks noChangeArrowheads="1"/>
          </p:cNvSpPr>
          <p:nvPr>
            <p:custDataLst>
              <p:tags r:id="rId2"/>
            </p:custDataLst>
          </p:nvPr>
        </p:nvSpPr>
        <p:spPr bwMode="auto">
          <a:xfrm>
            <a:off x="5332729" y="4114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8" name="Oval 6">
            <a:extLst>
              <a:ext uri="{FF2B5EF4-FFF2-40B4-BE49-F238E27FC236}">
                <a16:creationId xmlns:a16="http://schemas.microsoft.com/office/drawing/2014/main" id="{56E272BB-C5AD-31C8-1D2F-BEA1D698D55C}"/>
              </a:ext>
            </a:extLst>
          </p:cNvPr>
          <p:cNvSpPr>
            <a:spLocks noChangeArrowheads="1"/>
          </p:cNvSpPr>
          <p:nvPr>
            <p:custDataLst>
              <p:tags r:id="rId3"/>
            </p:custDataLst>
          </p:nvPr>
        </p:nvSpPr>
        <p:spPr bwMode="auto">
          <a:xfrm>
            <a:off x="5256529" y="4876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9" name="Oval 7">
            <a:extLst>
              <a:ext uri="{FF2B5EF4-FFF2-40B4-BE49-F238E27FC236}">
                <a16:creationId xmlns:a16="http://schemas.microsoft.com/office/drawing/2014/main" id="{933ED67D-D071-6908-3555-A6CA71811768}"/>
              </a:ext>
            </a:extLst>
          </p:cNvPr>
          <p:cNvSpPr>
            <a:spLocks noChangeArrowheads="1"/>
          </p:cNvSpPr>
          <p:nvPr>
            <p:custDataLst>
              <p:tags r:id="rId4"/>
            </p:custDataLst>
          </p:nvPr>
        </p:nvSpPr>
        <p:spPr bwMode="auto">
          <a:xfrm>
            <a:off x="5866129" y="4800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0" name="Oval 8">
            <a:extLst>
              <a:ext uri="{FF2B5EF4-FFF2-40B4-BE49-F238E27FC236}">
                <a16:creationId xmlns:a16="http://schemas.microsoft.com/office/drawing/2014/main" id="{5BF410D8-09BA-BD71-E86B-66FDA4F3A589}"/>
              </a:ext>
            </a:extLst>
          </p:cNvPr>
          <p:cNvSpPr>
            <a:spLocks noChangeArrowheads="1"/>
          </p:cNvSpPr>
          <p:nvPr>
            <p:custDataLst>
              <p:tags r:id="rId5"/>
            </p:custDataLst>
          </p:nvPr>
        </p:nvSpPr>
        <p:spPr bwMode="auto">
          <a:xfrm>
            <a:off x="5866129" y="4114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1" name="Oval 9">
            <a:extLst>
              <a:ext uri="{FF2B5EF4-FFF2-40B4-BE49-F238E27FC236}">
                <a16:creationId xmlns:a16="http://schemas.microsoft.com/office/drawing/2014/main" id="{93CB6C55-4FF8-0492-1411-165FEC2A04CD}"/>
              </a:ext>
            </a:extLst>
          </p:cNvPr>
          <p:cNvSpPr>
            <a:spLocks noChangeArrowheads="1"/>
          </p:cNvSpPr>
          <p:nvPr>
            <p:custDataLst>
              <p:tags r:id="rId6"/>
            </p:custDataLst>
          </p:nvPr>
        </p:nvSpPr>
        <p:spPr bwMode="auto">
          <a:xfrm>
            <a:off x="4570729" y="4876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2" name="Oval 10">
            <a:extLst>
              <a:ext uri="{FF2B5EF4-FFF2-40B4-BE49-F238E27FC236}">
                <a16:creationId xmlns:a16="http://schemas.microsoft.com/office/drawing/2014/main" id="{6B6D5B5F-A321-11C2-414F-44CBCC3E0BCC}"/>
              </a:ext>
            </a:extLst>
          </p:cNvPr>
          <p:cNvSpPr>
            <a:spLocks noChangeArrowheads="1"/>
          </p:cNvSpPr>
          <p:nvPr>
            <p:custDataLst>
              <p:tags r:id="rId7"/>
            </p:custDataLst>
          </p:nvPr>
        </p:nvSpPr>
        <p:spPr bwMode="auto">
          <a:xfrm>
            <a:off x="3884929" y="4876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3" name="Oval 11">
            <a:extLst>
              <a:ext uri="{FF2B5EF4-FFF2-40B4-BE49-F238E27FC236}">
                <a16:creationId xmlns:a16="http://schemas.microsoft.com/office/drawing/2014/main" id="{05A5AB79-7CD0-7D3D-E5EE-4D396B01CF27}"/>
              </a:ext>
            </a:extLst>
          </p:cNvPr>
          <p:cNvSpPr>
            <a:spLocks noChangeArrowheads="1"/>
          </p:cNvSpPr>
          <p:nvPr>
            <p:custDataLst>
              <p:tags r:id="rId8"/>
            </p:custDataLst>
          </p:nvPr>
        </p:nvSpPr>
        <p:spPr bwMode="auto">
          <a:xfrm>
            <a:off x="3275329" y="4876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4" name="Oval 12">
            <a:extLst>
              <a:ext uri="{FF2B5EF4-FFF2-40B4-BE49-F238E27FC236}">
                <a16:creationId xmlns:a16="http://schemas.microsoft.com/office/drawing/2014/main" id="{6C177ADF-F3A3-CC92-490D-77583400F532}"/>
              </a:ext>
            </a:extLst>
          </p:cNvPr>
          <p:cNvSpPr>
            <a:spLocks noChangeArrowheads="1"/>
          </p:cNvSpPr>
          <p:nvPr>
            <p:custDataLst>
              <p:tags r:id="rId9"/>
            </p:custDataLst>
          </p:nvPr>
        </p:nvSpPr>
        <p:spPr bwMode="auto">
          <a:xfrm>
            <a:off x="6399529" y="41148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5" name="Oval 13">
            <a:extLst>
              <a:ext uri="{FF2B5EF4-FFF2-40B4-BE49-F238E27FC236}">
                <a16:creationId xmlns:a16="http://schemas.microsoft.com/office/drawing/2014/main" id="{E03E592F-CEA0-170E-4A1C-3C5111157B66}"/>
              </a:ext>
            </a:extLst>
          </p:cNvPr>
          <p:cNvSpPr>
            <a:spLocks noChangeArrowheads="1"/>
          </p:cNvSpPr>
          <p:nvPr>
            <p:custDataLst>
              <p:tags r:id="rId10"/>
            </p:custDataLst>
          </p:nvPr>
        </p:nvSpPr>
        <p:spPr bwMode="auto">
          <a:xfrm>
            <a:off x="6323329" y="4800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6" name="Oval 14">
            <a:extLst>
              <a:ext uri="{FF2B5EF4-FFF2-40B4-BE49-F238E27FC236}">
                <a16:creationId xmlns:a16="http://schemas.microsoft.com/office/drawing/2014/main" id="{DE35CA6E-3859-A0A5-4F63-CF3FCA2A14E9}"/>
              </a:ext>
            </a:extLst>
          </p:cNvPr>
          <p:cNvSpPr>
            <a:spLocks noChangeArrowheads="1"/>
          </p:cNvSpPr>
          <p:nvPr>
            <p:custDataLst>
              <p:tags r:id="rId11"/>
            </p:custDataLst>
          </p:nvPr>
        </p:nvSpPr>
        <p:spPr bwMode="auto">
          <a:xfrm>
            <a:off x="7009129" y="4800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7" name="Oval 15">
            <a:extLst>
              <a:ext uri="{FF2B5EF4-FFF2-40B4-BE49-F238E27FC236}">
                <a16:creationId xmlns:a16="http://schemas.microsoft.com/office/drawing/2014/main" id="{63D7780D-3B06-E987-3599-45BB7087498B}"/>
              </a:ext>
            </a:extLst>
          </p:cNvPr>
          <p:cNvSpPr>
            <a:spLocks noChangeArrowheads="1"/>
          </p:cNvSpPr>
          <p:nvPr>
            <p:custDataLst>
              <p:tags r:id="rId12"/>
            </p:custDataLst>
          </p:nvPr>
        </p:nvSpPr>
        <p:spPr bwMode="auto">
          <a:xfrm>
            <a:off x="7542529" y="4800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8" name="Oval 16">
            <a:extLst>
              <a:ext uri="{FF2B5EF4-FFF2-40B4-BE49-F238E27FC236}">
                <a16:creationId xmlns:a16="http://schemas.microsoft.com/office/drawing/2014/main" id="{B758AA70-90CF-D36A-FE75-AE883DA45C1C}"/>
              </a:ext>
            </a:extLst>
          </p:cNvPr>
          <p:cNvSpPr>
            <a:spLocks noChangeArrowheads="1"/>
          </p:cNvSpPr>
          <p:nvPr>
            <p:custDataLst>
              <p:tags r:id="rId13"/>
            </p:custDataLst>
          </p:nvPr>
        </p:nvSpPr>
        <p:spPr bwMode="auto">
          <a:xfrm>
            <a:off x="8075929" y="4800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19" name="Oval 17">
            <a:extLst>
              <a:ext uri="{FF2B5EF4-FFF2-40B4-BE49-F238E27FC236}">
                <a16:creationId xmlns:a16="http://schemas.microsoft.com/office/drawing/2014/main" id="{9F9DEBBA-F4AF-EC88-9D17-576BE3205C7E}"/>
              </a:ext>
            </a:extLst>
          </p:cNvPr>
          <p:cNvSpPr>
            <a:spLocks noChangeArrowheads="1"/>
          </p:cNvSpPr>
          <p:nvPr>
            <p:custDataLst>
              <p:tags r:id="rId14"/>
            </p:custDataLst>
          </p:nvPr>
        </p:nvSpPr>
        <p:spPr bwMode="auto">
          <a:xfrm>
            <a:off x="5256529" y="3276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0" name="Oval 18">
            <a:extLst>
              <a:ext uri="{FF2B5EF4-FFF2-40B4-BE49-F238E27FC236}">
                <a16:creationId xmlns:a16="http://schemas.microsoft.com/office/drawing/2014/main" id="{88289B47-53A6-80A8-B426-BD34CD11EEE7}"/>
              </a:ext>
            </a:extLst>
          </p:cNvPr>
          <p:cNvSpPr>
            <a:spLocks noChangeArrowheads="1"/>
          </p:cNvSpPr>
          <p:nvPr>
            <p:custDataLst>
              <p:tags r:id="rId15"/>
            </p:custDataLst>
          </p:nvPr>
        </p:nvSpPr>
        <p:spPr bwMode="auto">
          <a:xfrm>
            <a:off x="5942329" y="32004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1" name="Oval 19">
            <a:extLst>
              <a:ext uri="{FF2B5EF4-FFF2-40B4-BE49-F238E27FC236}">
                <a16:creationId xmlns:a16="http://schemas.microsoft.com/office/drawing/2014/main" id="{E2D4C51C-6A88-B9E5-C24F-A1977E65E8DB}"/>
              </a:ext>
            </a:extLst>
          </p:cNvPr>
          <p:cNvSpPr>
            <a:spLocks noChangeArrowheads="1"/>
          </p:cNvSpPr>
          <p:nvPr>
            <p:custDataLst>
              <p:tags r:id="rId16"/>
            </p:custDataLst>
          </p:nvPr>
        </p:nvSpPr>
        <p:spPr bwMode="auto">
          <a:xfrm>
            <a:off x="4646929" y="3276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2" name="Oval 20">
            <a:extLst>
              <a:ext uri="{FF2B5EF4-FFF2-40B4-BE49-F238E27FC236}">
                <a16:creationId xmlns:a16="http://schemas.microsoft.com/office/drawing/2014/main" id="{A1A65A48-442C-79B9-335A-4C7696C3C23D}"/>
              </a:ext>
            </a:extLst>
          </p:cNvPr>
          <p:cNvSpPr>
            <a:spLocks noChangeArrowheads="1"/>
          </p:cNvSpPr>
          <p:nvPr>
            <p:custDataLst>
              <p:tags r:id="rId17"/>
            </p:custDataLst>
          </p:nvPr>
        </p:nvSpPr>
        <p:spPr bwMode="auto">
          <a:xfrm>
            <a:off x="3961129" y="3276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3" name="Oval 21">
            <a:extLst>
              <a:ext uri="{FF2B5EF4-FFF2-40B4-BE49-F238E27FC236}">
                <a16:creationId xmlns:a16="http://schemas.microsoft.com/office/drawing/2014/main" id="{2D96E10B-7BA8-0EC1-BCB7-5EAF2825B23D}"/>
              </a:ext>
            </a:extLst>
          </p:cNvPr>
          <p:cNvSpPr>
            <a:spLocks noChangeArrowheads="1"/>
          </p:cNvSpPr>
          <p:nvPr>
            <p:custDataLst>
              <p:tags r:id="rId18"/>
            </p:custDataLst>
          </p:nvPr>
        </p:nvSpPr>
        <p:spPr bwMode="auto">
          <a:xfrm>
            <a:off x="3351529" y="32766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4" name="Oval 22">
            <a:extLst>
              <a:ext uri="{FF2B5EF4-FFF2-40B4-BE49-F238E27FC236}">
                <a16:creationId xmlns:a16="http://schemas.microsoft.com/office/drawing/2014/main" id="{E959C96C-710B-02A5-9D6F-D521AC960F0C}"/>
              </a:ext>
            </a:extLst>
          </p:cNvPr>
          <p:cNvSpPr>
            <a:spLocks noChangeArrowheads="1"/>
          </p:cNvSpPr>
          <p:nvPr>
            <p:custDataLst>
              <p:tags r:id="rId19"/>
            </p:custDataLst>
          </p:nvPr>
        </p:nvSpPr>
        <p:spPr bwMode="auto">
          <a:xfrm>
            <a:off x="6399529" y="32004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5" name="Oval 23">
            <a:extLst>
              <a:ext uri="{FF2B5EF4-FFF2-40B4-BE49-F238E27FC236}">
                <a16:creationId xmlns:a16="http://schemas.microsoft.com/office/drawing/2014/main" id="{D5018083-D17A-EA8F-9B58-F0138E594D9C}"/>
              </a:ext>
            </a:extLst>
          </p:cNvPr>
          <p:cNvSpPr>
            <a:spLocks noChangeArrowheads="1"/>
          </p:cNvSpPr>
          <p:nvPr>
            <p:custDataLst>
              <p:tags r:id="rId20"/>
            </p:custDataLst>
          </p:nvPr>
        </p:nvSpPr>
        <p:spPr bwMode="auto">
          <a:xfrm>
            <a:off x="7085329" y="32004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6" name="Oval 24">
            <a:extLst>
              <a:ext uri="{FF2B5EF4-FFF2-40B4-BE49-F238E27FC236}">
                <a16:creationId xmlns:a16="http://schemas.microsoft.com/office/drawing/2014/main" id="{D1455C67-E601-813E-AC4D-1F4B47611B81}"/>
              </a:ext>
            </a:extLst>
          </p:cNvPr>
          <p:cNvSpPr>
            <a:spLocks noChangeArrowheads="1"/>
          </p:cNvSpPr>
          <p:nvPr>
            <p:custDataLst>
              <p:tags r:id="rId21"/>
            </p:custDataLst>
          </p:nvPr>
        </p:nvSpPr>
        <p:spPr bwMode="auto">
          <a:xfrm>
            <a:off x="7618729" y="32004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7" name="Oval 25">
            <a:extLst>
              <a:ext uri="{FF2B5EF4-FFF2-40B4-BE49-F238E27FC236}">
                <a16:creationId xmlns:a16="http://schemas.microsoft.com/office/drawing/2014/main" id="{0C5C483A-ABF9-5F08-59B3-675AE6A957C9}"/>
              </a:ext>
            </a:extLst>
          </p:cNvPr>
          <p:cNvSpPr>
            <a:spLocks noChangeArrowheads="1"/>
          </p:cNvSpPr>
          <p:nvPr>
            <p:custDataLst>
              <p:tags r:id="rId22"/>
            </p:custDataLst>
          </p:nvPr>
        </p:nvSpPr>
        <p:spPr bwMode="auto">
          <a:xfrm>
            <a:off x="8152129" y="3200400"/>
            <a:ext cx="228600" cy="228600"/>
          </a:xfrm>
          <a:prstGeom prst="ellipse">
            <a:avLst/>
          </a:prstGeom>
          <a:solidFill>
            <a:schemeClr val="fo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Times New Roman" panose="02020603050405020304" pitchFamily="18" charset="0"/>
              </a:defRPr>
            </a:lvl1pPr>
            <a:lvl2pPr marL="742950" indent="-285750" eaLnBrk="0" hangingPunct="0">
              <a:defRPr>
                <a:solidFill>
                  <a:schemeClr val="tx1"/>
                </a:solidFill>
                <a:latin typeface="Arial" panose="020B0604020202020204" pitchFamily="34" charset="0"/>
                <a:cs typeface="Times New Roman" panose="02020603050405020304" pitchFamily="18" charset="0"/>
              </a:defRPr>
            </a:lvl2pPr>
            <a:lvl3pPr marL="1143000" indent="-228600" eaLnBrk="0" hangingPunct="0">
              <a:defRPr>
                <a:solidFill>
                  <a:schemeClr val="tx1"/>
                </a:solidFill>
                <a:latin typeface="Arial" panose="020B0604020202020204" pitchFamily="34" charset="0"/>
                <a:cs typeface="Times New Roman" panose="02020603050405020304" pitchFamily="18" charset="0"/>
              </a:defRPr>
            </a:lvl3pPr>
            <a:lvl4pPr marL="1600200" indent="-228600" eaLnBrk="0" hangingPunct="0">
              <a:defRPr>
                <a:solidFill>
                  <a:schemeClr val="tx1"/>
                </a:solidFill>
                <a:latin typeface="Arial" panose="020B0604020202020204" pitchFamily="34" charset="0"/>
                <a:cs typeface="Times New Roman" panose="02020603050405020304" pitchFamily="18" charset="0"/>
              </a:defRPr>
            </a:lvl4pPr>
            <a:lvl5pPr marL="2057400" indent="-228600" eaLnBrk="0" hangingPunct="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eaLnBrk="1" hangingPunct="1"/>
            <a:endParaRPr lang="en-US"/>
          </a:p>
        </p:txBody>
      </p:sp>
      <p:sp>
        <p:nvSpPr>
          <p:cNvPr id="28" name="Line 26">
            <a:extLst>
              <a:ext uri="{FF2B5EF4-FFF2-40B4-BE49-F238E27FC236}">
                <a16:creationId xmlns:a16="http://schemas.microsoft.com/office/drawing/2014/main" id="{B92812C8-A506-C1AF-6140-AD055570515B}"/>
              </a:ext>
            </a:extLst>
          </p:cNvPr>
          <p:cNvSpPr>
            <a:spLocks noChangeShapeType="1"/>
          </p:cNvSpPr>
          <p:nvPr>
            <p:custDataLst>
              <p:tags r:id="rId23"/>
            </p:custDataLst>
          </p:nvPr>
        </p:nvSpPr>
        <p:spPr bwMode="auto">
          <a:xfrm flipV="1">
            <a:off x="3427729" y="41910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a:extLst>
              <a:ext uri="{FF2B5EF4-FFF2-40B4-BE49-F238E27FC236}">
                <a16:creationId xmlns:a16="http://schemas.microsoft.com/office/drawing/2014/main" id="{8158C0AF-AD35-C5E9-9D52-EB65DB99594A}"/>
              </a:ext>
            </a:extLst>
          </p:cNvPr>
          <p:cNvSpPr>
            <a:spLocks noChangeShapeType="1"/>
          </p:cNvSpPr>
          <p:nvPr>
            <p:custDataLst>
              <p:tags r:id="rId24"/>
            </p:custDataLst>
          </p:nvPr>
        </p:nvSpPr>
        <p:spPr bwMode="auto">
          <a:xfrm flipV="1">
            <a:off x="3427729" y="4267200"/>
            <a:ext cx="1981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28">
            <a:extLst>
              <a:ext uri="{FF2B5EF4-FFF2-40B4-BE49-F238E27FC236}">
                <a16:creationId xmlns:a16="http://schemas.microsoft.com/office/drawing/2014/main" id="{87926B3C-8440-F783-CC9C-A001AB36F0FD}"/>
              </a:ext>
            </a:extLst>
          </p:cNvPr>
          <p:cNvSpPr>
            <a:spLocks noChangeShapeType="1"/>
          </p:cNvSpPr>
          <p:nvPr>
            <p:custDataLst>
              <p:tags r:id="rId25"/>
            </p:custDataLst>
          </p:nvPr>
        </p:nvSpPr>
        <p:spPr bwMode="auto">
          <a:xfrm flipV="1">
            <a:off x="3503929" y="4267200"/>
            <a:ext cx="2438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29">
            <a:extLst>
              <a:ext uri="{FF2B5EF4-FFF2-40B4-BE49-F238E27FC236}">
                <a16:creationId xmlns:a16="http://schemas.microsoft.com/office/drawing/2014/main" id="{51A966D2-8E1C-B6DD-59C2-DB45B8FCA56B}"/>
              </a:ext>
            </a:extLst>
          </p:cNvPr>
          <p:cNvSpPr>
            <a:spLocks noChangeShapeType="1"/>
          </p:cNvSpPr>
          <p:nvPr>
            <p:custDataLst>
              <p:tags r:id="rId26"/>
            </p:custDataLst>
          </p:nvPr>
        </p:nvSpPr>
        <p:spPr bwMode="auto">
          <a:xfrm flipV="1">
            <a:off x="3503929" y="4267200"/>
            <a:ext cx="2971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30">
            <a:extLst>
              <a:ext uri="{FF2B5EF4-FFF2-40B4-BE49-F238E27FC236}">
                <a16:creationId xmlns:a16="http://schemas.microsoft.com/office/drawing/2014/main" id="{C770BB47-1A74-67EF-B6AA-C19AEC3F4B25}"/>
              </a:ext>
            </a:extLst>
          </p:cNvPr>
          <p:cNvSpPr>
            <a:spLocks noChangeShapeType="1"/>
          </p:cNvSpPr>
          <p:nvPr>
            <p:custDataLst>
              <p:tags r:id="rId27"/>
            </p:custDataLst>
          </p:nvPr>
        </p:nvSpPr>
        <p:spPr bwMode="auto">
          <a:xfrm flipV="1">
            <a:off x="4037329" y="4267200"/>
            <a:ext cx="762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1">
            <a:extLst>
              <a:ext uri="{FF2B5EF4-FFF2-40B4-BE49-F238E27FC236}">
                <a16:creationId xmlns:a16="http://schemas.microsoft.com/office/drawing/2014/main" id="{91E0FCA8-1988-EB5D-62C0-D2DBA58E00D5}"/>
              </a:ext>
            </a:extLst>
          </p:cNvPr>
          <p:cNvSpPr>
            <a:spLocks noChangeShapeType="1"/>
          </p:cNvSpPr>
          <p:nvPr>
            <p:custDataLst>
              <p:tags r:id="rId28"/>
            </p:custDataLst>
          </p:nvPr>
        </p:nvSpPr>
        <p:spPr bwMode="auto">
          <a:xfrm flipV="1">
            <a:off x="4037329" y="4267200"/>
            <a:ext cx="13716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32">
            <a:extLst>
              <a:ext uri="{FF2B5EF4-FFF2-40B4-BE49-F238E27FC236}">
                <a16:creationId xmlns:a16="http://schemas.microsoft.com/office/drawing/2014/main" id="{C3BCEEAF-4363-8091-576A-F704BC656B81}"/>
              </a:ext>
            </a:extLst>
          </p:cNvPr>
          <p:cNvSpPr>
            <a:spLocks noChangeShapeType="1"/>
          </p:cNvSpPr>
          <p:nvPr>
            <p:custDataLst>
              <p:tags r:id="rId29"/>
            </p:custDataLst>
          </p:nvPr>
        </p:nvSpPr>
        <p:spPr bwMode="auto">
          <a:xfrm flipV="1">
            <a:off x="4113529" y="4267200"/>
            <a:ext cx="1828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33">
            <a:extLst>
              <a:ext uri="{FF2B5EF4-FFF2-40B4-BE49-F238E27FC236}">
                <a16:creationId xmlns:a16="http://schemas.microsoft.com/office/drawing/2014/main" id="{6236B4A4-943A-27D9-69BF-E7655F310016}"/>
              </a:ext>
            </a:extLst>
          </p:cNvPr>
          <p:cNvSpPr>
            <a:spLocks noChangeShapeType="1"/>
          </p:cNvSpPr>
          <p:nvPr>
            <p:custDataLst>
              <p:tags r:id="rId30"/>
            </p:custDataLst>
          </p:nvPr>
        </p:nvSpPr>
        <p:spPr bwMode="auto">
          <a:xfrm flipV="1">
            <a:off x="4037329" y="4267200"/>
            <a:ext cx="25146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4">
            <a:extLst>
              <a:ext uri="{FF2B5EF4-FFF2-40B4-BE49-F238E27FC236}">
                <a16:creationId xmlns:a16="http://schemas.microsoft.com/office/drawing/2014/main" id="{A80399DF-7502-8BF1-3EBD-BFA718F8B52B}"/>
              </a:ext>
            </a:extLst>
          </p:cNvPr>
          <p:cNvSpPr>
            <a:spLocks noChangeShapeType="1"/>
          </p:cNvSpPr>
          <p:nvPr>
            <p:custDataLst>
              <p:tags r:id="rId31"/>
            </p:custDataLst>
          </p:nvPr>
        </p:nvSpPr>
        <p:spPr bwMode="auto">
          <a:xfrm flipV="1">
            <a:off x="4646929" y="4267200"/>
            <a:ext cx="152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5">
            <a:extLst>
              <a:ext uri="{FF2B5EF4-FFF2-40B4-BE49-F238E27FC236}">
                <a16:creationId xmlns:a16="http://schemas.microsoft.com/office/drawing/2014/main" id="{A537DB45-60D8-6FB8-DD5E-F273A34FD7CD}"/>
              </a:ext>
            </a:extLst>
          </p:cNvPr>
          <p:cNvSpPr>
            <a:spLocks noChangeShapeType="1"/>
          </p:cNvSpPr>
          <p:nvPr>
            <p:custDataLst>
              <p:tags r:id="rId32"/>
            </p:custDataLst>
          </p:nvPr>
        </p:nvSpPr>
        <p:spPr bwMode="auto">
          <a:xfrm flipV="1">
            <a:off x="4723129" y="4267200"/>
            <a:ext cx="762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36">
            <a:extLst>
              <a:ext uri="{FF2B5EF4-FFF2-40B4-BE49-F238E27FC236}">
                <a16:creationId xmlns:a16="http://schemas.microsoft.com/office/drawing/2014/main" id="{D7FC0ECE-314F-C632-3A6C-928C45645A88}"/>
              </a:ext>
            </a:extLst>
          </p:cNvPr>
          <p:cNvSpPr>
            <a:spLocks noChangeShapeType="1"/>
          </p:cNvSpPr>
          <p:nvPr>
            <p:custDataLst>
              <p:tags r:id="rId33"/>
            </p:custDataLst>
          </p:nvPr>
        </p:nvSpPr>
        <p:spPr bwMode="auto">
          <a:xfrm flipH="1" flipV="1">
            <a:off x="4799329" y="4267200"/>
            <a:ext cx="533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37">
            <a:extLst>
              <a:ext uri="{FF2B5EF4-FFF2-40B4-BE49-F238E27FC236}">
                <a16:creationId xmlns:a16="http://schemas.microsoft.com/office/drawing/2014/main" id="{018BB900-6D68-582F-C3CE-5A8DBEBBD99E}"/>
              </a:ext>
            </a:extLst>
          </p:cNvPr>
          <p:cNvSpPr>
            <a:spLocks noChangeShapeType="1"/>
          </p:cNvSpPr>
          <p:nvPr>
            <p:custDataLst>
              <p:tags r:id="rId34"/>
            </p:custDataLst>
          </p:nvPr>
        </p:nvSpPr>
        <p:spPr bwMode="auto">
          <a:xfrm flipV="1">
            <a:off x="5408929" y="4267200"/>
            <a:ext cx="9906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38">
            <a:extLst>
              <a:ext uri="{FF2B5EF4-FFF2-40B4-BE49-F238E27FC236}">
                <a16:creationId xmlns:a16="http://schemas.microsoft.com/office/drawing/2014/main" id="{83370CA3-FFAB-7E3A-B614-846D19F837C7}"/>
              </a:ext>
            </a:extLst>
          </p:cNvPr>
          <p:cNvSpPr>
            <a:spLocks noChangeShapeType="1"/>
          </p:cNvSpPr>
          <p:nvPr>
            <p:custDataLst>
              <p:tags r:id="rId35"/>
            </p:custDataLst>
          </p:nvPr>
        </p:nvSpPr>
        <p:spPr bwMode="auto">
          <a:xfrm flipH="1" flipV="1">
            <a:off x="5408929" y="4267200"/>
            <a:ext cx="457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39">
            <a:extLst>
              <a:ext uri="{FF2B5EF4-FFF2-40B4-BE49-F238E27FC236}">
                <a16:creationId xmlns:a16="http://schemas.microsoft.com/office/drawing/2014/main" id="{A27A26E1-BDA4-C898-FCD2-BEE978CB3FBD}"/>
              </a:ext>
            </a:extLst>
          </p:cNvPr>
          <p:cNvSpPr>
            <a:spLocks noChangeShapeType="1"/>
          </p:cNvSpPr>
          <p:nvPr>
            <p:custDataLst>
              <p:tags r:id="rId36"/>
            </p:custDataLst>
          </p:nvPr>
        </p:nvSpPr>
        <p:spPr bwMode="auto">
          <a:xfrm flipH="1" flipV="1">
            <a:off x="5561329" y="4267200"/>
            <a:ext cx="1524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40">
            <a:extLst>
              <a:ext uri="{FF2B5EF4-FFF2-40B4-BE49-F238E27FC236}">
                <a16:creationId xmlns:a16="http://schemas.microsoft.com/office/drawing/2014/main" id="{0DCAA7C4-FB90-01F1-34A3-3D0B4E182999}"/>
              </a:ext>
            </a:extLst>
          </p:cNvPr>
          <p:cNvSpPr>
            <a:spLocks noChangeShapeType="1"/>
          </p:cNvSpPr>
          <p:nvPr>
            <p:custDataLst>
              <p:tags r:id="rId37"/>
            </p:custDataLst>
          </p:nvPr>
        </p:nvSpPr>
        <p:spPr bwMode="auto">
          <a:xfrm flipH="1" flipV="1">
            <a:off x="6475729" y="4267200"/>
            <a:ext cx="1143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1">
            <a:extLst>
              <a:ext uri="{FF2B5EF4-FFF2-40B4-BE49-F238E27FC236}">
                <a16:creationId xmlns:a16="http://schemas.microsoft.com/office/drawing/2014/main" id="{CA0DF824-729B-1FF3-D7B2-B73A336A1BC2}"/>
              </a:ext>
            </a:extLst>
          </p:cNvPr>
          <p:cNvSpPr>
            <a:spLocks noChangeShapeType="1"/>
          </p:cNvSpPr>
          <p:nvPr>
            <p:custDataLst>
              <p:tags r:id="rId38"/>
            </p:custDataLst>
          </p:nvPr>
        </p:nvSpPr>
        <p:spPr bwMode="auto">
          <a:xfrm flipH="1" flipV="1">
            <a:off x="6551929" y="4267200"/>
            <a:ext cx="1676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B75E2752-916E-CBA8-8E0E-6BA2EA9D6313}"/>
              </a:ext>
            </a:extLst>
          </p:cNvPr>
          <p:cNvSpPr>
            <a:spLocks noChangeShapeType="1"/>
          </p:cNvSpPr>
          <p:nvPr>
            <p:custDataLst>
              <p:tags r:id="rId39"/>
            </p:custDataLst>
          </p:nvPr>
        </p:nvSpPr>
        <p:spPr bwMode="auto">
          <a:xfrm flipV="1">
            <a:off x="6399529" y="4267200"/>
            <a:ext cx="152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a:extLst>
              <a:ext uri="{FF2B5EF4-FFF2-40B4-BE49-F238E27FC236}">
                <a16:creationId xmlns:a16="http://schemas.microsoft.com/office/drawing/2014/main" id="{4851D7CA-1AC8-605A-A15E-FAE1FCD6C0D2}"/>
              </a:ext>
            </a:extLst>
          </p:cNvPr>
          <p:cNvSpPr>
            <a:spLocks noChangeShapeType="1"/>
          </p:cNvSpPr>
          <p:nvPr>
            <p:custDataLst>
              <p:tags r:id="rId40"/>
            </p:custDataLst>
          </p:nvPr>
        </p:nvSpPr>
        <p:spPr bwMode="auto">
          <a:xfrm flipH="1" flipV="1">
            <a:off x="3503929" y="3505200"/>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7B06AE26-E657-2AE9-E1EC-F31E76FB9832}"/>
              </a:ext>
            </a:extLst>
          </p:cNvPr>
          <p:cNvSpPr>
            <a:spLocks noChangeShapeType="1"/>
          </p:cNvSpPr>
          <p:nvPr>
            <p:custDataLst>
              <p:tags r:id="rId41"/>
            </p:custDataLst>
          </p:nvPr>
        </p:nvSpPr>
        <p:spPr bwMode="auto">
          <a:xfrm flipV="1">
            <a:off x="4875529" y="3352800"/>
            <a:ext cx="33528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5">
            <a:extLst>
              <a:ext uri="{FF2B5EF4-FFF2-40B4-BE49-F238E27FC236}">
                <a16:creationId xmlns:a16="http://schemas.microsoft.com/office/drawing/2014/main" id="{0826025D-8D21-8103-A1BC-1B96C2584217}"/>
              </a:ext>
            </a:extLst>
          </p:cNvPr>
          <p:cNvSpPr>
            <a:spLocks noChangeShapeType="1"/>
          </p:cNvSpPr>
          <p:nvPr>
            <p:custDataLst>
              <p:tags r:id="rId42"/>
            </p:custDataLst>
          </p:nvPr>
        </p:nvSpPr>
        <p:spPr bwMode="auto">
          <a:xfrm flipV="1">
            <a:off x="4799329" y="3429000"/>
            <a:ext cx="1676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a:extLst>
              <a:ext uri="{FF2B5EF4-FFF2-40B4-BE49-F238E27FC236}">
                <a16:creationId xmlns:a16="http://schemas.microsoft.com/office/drawing/2014/main" id="{524C9A84-98DE-E13B-2265-FB7150B65663}"/>
              </a:ext>
            </a:extLst>
          </p:cNvPr>
          <p:cNvSpPr>
            <a:spLocks noChangeShapeType="1"/>
          </p:cNvSpPr>
          <p:nvPr>
            <p:custDataLst>
              <p:tags r:id="rId43"/>
            </p:custDataLst>
          </p:nvPr>
        </p:nvSpPr>
        <p:spPr bwMode="auto">
          <a:xfrm flipH="1" flipV="1">
            <a:off x="4113529" y="3505200"/>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a:extLst>
              <a:ext uri="{FF2B5EF4-FFF2-40B4-BE49-F238E27FC236}">
                <a16:creationId xmlns:a16="http://schemas.microsoft.com/office/drawing/2014/main" id="{D856590B-1B7D-E8B3-E67E-4A5714225ADF}"/>
              </a:ext>
            </a:extLst>
          </p:cNvPr>
          <p:cNvSpPr>
            <a:spLocks noChangeShapeType="1"/>
          </p:cNvSpPr>
          <p:nvPr>
            <p:custDataLst>
              <p:tags r:id="rId44"/>
            </p:custDataLst>
          </p:nvPr>
        </p:nvSpPr>
        <p:spPr bwMode="auto">
          <a:xfrm flipV="1">
            <a:off x="5408929" y="33528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48">
            <a:extLst>
              <a:ext uri="{FF2B5EF4-FFF2-40B4-BE49-F238E27FC236}">
                <a16:creationId xmlns:a16="http://schemas.microsoft.com/office/drawing/2014/main" id="{BC826BFF-9F5D-4EEA-02B3-4364E575A61A}"/>
              </a:ext>
            </a:extLst>
          </p:cNvPr>
          <p:cNvSpPr>
            <a:spLocks noChangeShapeType="1"/>
          </p:cNvSpPr>
          <p:nvPr>
            <p:custDataLst>
              <p:tags r:id="rId45"/>
            </p:custDataLst>
          </p:nvPr>
        </p:nvSpPr>
        <p:spPr bwMode="auto">
          <a:xfrm flipH="1" flipV="1">
            <a:off x="4875529" y="3505200"/>
            <a:ext cx="609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49">
            <a:extLst>
              <a:ext uri="{FF2B5EF4-FFF2-40B4-BE49-F238E27FC236}">
                <a16:creationId xmlns:a16="http://schemas.microsoft.com/office/drawing/2014/main" id="{2C0DCC39-B659-C47D-F908-718050E3D4BE}"/>
              </a:ext>
            </a:extLst>
          </p:cNvPr>
          <p:cNvSpPr>
            <a:spLocks noChangeShapeType="1"/>
          </p:cNvSpPr>
          <p:nvPr>
            <p:custDataLst>
              <p:tags r:id="rId46"/>
            </p:custDataLst>
          </p:nvPr>
        </p:nvSpPr>
        <p:spPr bwMode="auto">
          <a:xfrm flipV="1">
            <a:off x="5485129" y="3352800"/>
            <a:ext cx="1600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50">
            <a:extLst>
              <a:ext uri="{FF2B5EF4-FFF2-40B4-BE49-F238E27FC236}">
                <a16:creationId xmlns:a16="http://schemas.microsoft.com/office/drawing/2014/main" id="{EEC7BA73-0D2F-F6E2-E8A0-50345520F0FA}"/>
              </a:ext>
            </a:extLst>
          </p:cNvPr>
          <p:cNvSpPr>
            <a:spLocks noChangeShapeType="1"/>
          </p:cNvSpPr>
          <p:nvPr>
            <p:custDataLst>
              <p:tags r:id="rId47"/>
            </p:custDataLst>
          </p:nvPr>
        </p:nvSpPr>
        <p:spPr bwMode="auto">
          <a:xfrm flipV="1">
            <a:off x="5942329" y="3352800"/>
            <a:ext cx="1752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51">
            <a:extLst>
              <a:ext uri="{FF2B5EF4-FFF2-40B4-BE49-F238E27FC236}">
                <a16:creationId xmlns:a16="http://schemas.microsoft.com/office/drawing/2014/main" id="{41B16697-9BD0-873F-A915-475CEFBEC97F}"/>
              </a:ext>
            </a:extLst>
          </p:cNvPr>
          <p:cNvSpPr>
            <a:spLocks noChangeShapeType="1"/>
          </p:cNvSpPr>
          <p:nvPr>
            <p:custDataLst>
              <p:tags r:id="rId48"/>
            </p:custDataLst>
          </p:nvPr>
        </p:nvSpPr>
        <p:spPr bwMode="auto">
          <a:xfrm flipH="1" flipV="1">
            <a:off x="6475729" y="3352800"/>
            <a:ext cx="76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52">
            <a:extLst>
              <a:ext uri="{FF2B5EF4-FFF2-40B4-BE49-F238E27FC236}">
                <a16:creationId xmlns:a16="http://schemas.microsoft.com/office/drawing/2014/main" id="{A4DFF818-9237-7CF1-4463-5B338B9C1459}"/>
              </a:ext>
            </a:extLst>
          </p:cNvPr>
          <p:cNvSpPr>
            <a:spLocks noChangeShapeType="1"/>
          </p:cNvSpPr>
          <p:nvPr>
            <p:custDataLst>
              <p:tags r:id="rId49"/>
            </p:custDataLst>
          </p:nvPr>
        </p:nvSpPr>
        <p:spPr bwMode="auto">
          <a:xfrm flipH="1" flipV="1">
            <a:off x="5332729" y="34290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53">
            <a:extLst>
              <a:ext uri="{FF2B5EF4-FFF2-40B4-BE49-F238E27FC236}">
                <a16:creationId xmlns:a16="http://schemas.microsoft.com/office/drawing/2014/main" id="{0C22FE02-8AF9-A6D0-5583-2C2BADAAC008}"/>
              </a:ext>
            </a:extLst>
          </p:cNvPr>
          <p:cNvSpPr>
            <a:spLocks noChangeShapeType="1"/>
          </p:cNvSpPr>
          <p:nvPr>
            <p:custDataLst>
              <p:tags r:id="rId50"/>
            </p:custDataLst>
          </p:nvPr>
        </p:nvSpPr>
        <p:spPr bwMode="auto">
          <a:xfrm flipH="1" flipV="1">
            <a:off x="4723129" y="3429000"/>
            <a:ext cx="1219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4">
            <a:extLst>
              <a:ext uri="{FF2B5EF4-FFF2-40B4-BE49-F238E27FC236}">
                <a16:creationId xmlns:a16="http://schemas.microsoft.com/office/drawing/2014/main" id="{3CA1E667-3618-D6FA-DF98-5E45C4812046}"/>
              </a:ext>
            </a:extLst>
          </p:cNvPr>
          <p:cNvSpPr>
            <a:spLocks noChangeShapeType="1"/>
          </p:cNvSpPr>
          <p:nvPr>
            <p:custDataLst>
              <p:tags r:id="rId51"/>
            </p:custDataLst>
          </p:nvPr>
        </p:nvSpPr>
        <p:spPr bwMode="auto">
          <a:xfrm>
            <a:off x="3503929" y="3429000"/>
            <a:ext cx="1981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Text Box 55">
            <a:extLst>
              <a:ext uri="{FF2B5EF4-FFF2-40B4-BE49-F238E27FC236}">
                <a16:creationId xmlns:a16="http://schemas.microsoft.com/office/drawing/2014/main" id="{143784E9-26EE-2344-A96D-13CD07704E00}"/>
              </a:ext>
            </a:extLst>
          </p:cNvPr>
          <p:cNvSpPr txBox="1">
            <a:spLocks noChangeArrowheads="1"/>
          </p:cNvSpPr>
          <p:nvPr>
            <p:custDataLst>
              <p:tags r:id="rId52"/>
            </p:custDataLst>
          </p:nvPr>
        </p:nvSpPr>
        <p:spPr bwMode="auto">
          <a:xfrm>
            <a:off x="1598929" y="4827588"/>
            <a:ext cx="1678665" cy="461665"/>
          </a:xfrm>
          <a:prstGeom prst="rect">
            <a:avLst/>
          </a:prstGeom>
          <a:noFill/>
          <a:ln w="9525">
            <a:noFill/>
            <a:miter lim="800000"/>
            <a:headEnd/>
            <a:tailEnd/>
          </a:ln>
          <a:effectLst/>
        </p:spPr>
        <p:txBody>
          <a:bodyPr wrap="none">
            <a:spAutoFit/>
          </a:bodyPr>
          <a:lstStyle/>
          <a:p>
            <a:pPr>
              <a:defRPr/>
            </a:pPr>
            <a:r>
              <a:rPr lang="en-US" sz="2400" dirty="0"/>
              <a:t>Input nodes</a:t>
            </a:r>
          </a:p>
        </p:txBody>
      </p:sp>
      <p:sp>
        <p:nvSpPr>
          <p:cNvPr id="58" name="Text Box 56">
            <a:extLst>
              <a:ext uri="{FF2B5EF4-FFF2-40B4-BE49-F238E27FC236}">
                <a16:creationId xmlns:a16="http://schemas.microsoft.com/office/drawing/2014/main" id="{03B24E1E-4C72-A439-7BE8-2E41F55B0742}"/>
              </a:ext>
            </a:extLst>
          </p:cNvPr>
          <p:cNvSpPr txBox="1">
            <a:spLocks noChangeArrowheads="1"/>
          </p:cNvSpPr>
          <p:nvPr>
            <p:custDataLst>
              <p:tags r:id="rId53"/>
            </p:custDataLst>
          </p:nvPr>
        </p:nvSpPr>
        <p:spPr bwMode="auto">
          <a:xfrm>
            <a:off x="1522729" y="3989388"/>
            <a:ext cx="1989840" cy="461665"/>
          </a:xfrm>
          <a:prstGeom prst="rect">
            <a:avLst/>
          </a:prstGeom>
          <a:noFill/>
          <a:ln w="9525">
            <a:noFill/>
            <a:miter lim="800000"/>
            <a:headEnd/>
            <a:tailEnd/>
          </a:ln>
          <a:effectLst/>
        </p:spPr>
        <p:txBody>
          <a:bodyPr wrap="none">
            <a:spAutoFit/>
          </a:bodyPr>
          <a:lstStyle/>
          <a:p>
            <a:pPr>
              <a:defRPr/>
            </a:pPr>
            <a:r>
              <a:rPr lang="en-US" sz="2400" dirty="0"/>
              <a:t>Internal nodes</a:t>
            </a:r>
          </a:p>
        </p:txBody>
      </p:sp>
      <p:sp>
        <p:nvSpPr>
          <p:cNvPr id="59" name="Text Box 57">
            <a:extLst>
              <a:ext uri="{FF2B5EF4-FFF2-40B4-BE49-F238E27FC236}">
                <a16:creationId xmlns:a16="http://schemas.microsoft.com/office/drawing/2014/main" id="{730E5C22-0EFB-95D8-6979-69797C7F80C8}"/>
              </a:ext>
            </a:extLst>
          </p:cNvPr>
          <p:cNvSpPr txBox="1">
            <a:spLocks noChangeArrowheads="1"/>
          </p:cNvSpPr>
          <p:nvPr>
            <p:custDataLst>
              <p:tags r:id="rId54"/>
            </p:custDataLst>
          </p:nvPr>
        </p:nvSpPr>
        <p:spPr bwMode="auto">
          <a:xfrm>
            <a:off x="1522729" y="3151188"/>
            <a:ext cx="1907895" cy="461665"/>
          </a:xfrm>
          <a:prstGeom prst="rect">
            <a:avLst/>
          </a:prstGeom>
          <a:noFill/>
          <a:ln w="9525">
            <a:noFill/>
            <a:miter lim="800000"/>
            <a:headEnd/>
            <a:tailEnd/>
          </a:ln>
          <a:effectLst/>
        </p:spPr>
        <p:txBody>
          <a:bodyPr wrap="none">
            <a:spAutoFit/>
          </a:bodyPr>
          <a:lstStyle/>
          <a:p>
            <a:pPr>
              <a:defRPr/>
            </a:pPr>
            <a:r>
              <a:rPr lang="en-US" sz="2400" dirty="0"/>
              <a:t>Output nodes</a:t>
            </a:r>
          </a:p>
        </p:txBody>
      </p:sp>
      <p:sp>
        <p:nvSpPr>
          <p:cNvPr id="60" name="Text Box 58">
            <a:extLst>
              <a:ext uri="{FF2B5EF4-FFF2-40B4-BE49-F238E27FC236}">
                <a16:creationId xmlns:a16="http://schemas.microsoft.com/office/drawing/2014/main" id="{0095C588-2992-9216-91A0-C9D5C5071E49}"/>
              </a:ext>
            </a:extLst>
          </p:cNvPr>
          <p:cNvSpPr txBox="1">
            <a:spLocks noChangeArrowheads="1"/>
          </p:cNvSpPr>
          <p:nvPr>
            <p:custDataLst>
              <p:tags r:id="rId55"/>
            </p:custDataLst>
          </p:nvPr>
        </p:nvSpPr>
        <p:spPr bwMode="auto">
          <a:xfrm>
            <a:off x="2513329" y="5867400"/>
            <a:ext cx="1471108" cy="461665"/>
          </a:xfrm>
          <a:prstGeom prst="rect">
            <a:avLst/>
          </a:prstGeom>
          <a:noFill/>
          <a:ln w="9525">
            <a:noFill/>
            <a:miter lim="800000"/>
            <a:headEnd/>
            <a:tailEnd/>
          </a:ln>
          <a:effectLst/>
        </p:spPr>
        <p:txBody>
          <a:bodyPr wrap="none">
            <a:spAutoFit/>
          </a:bodyPr>
          <a:lstStyle/>
          <a:p>
            <a:pPr>
              <a:defRPr/>
            </a:pPr>
            <a:r>
              <a:rPr lang="en-US" sz="2400" dirty="0"/>
              <a:t>Example X</a:t>
            </a:r>
          </a:p>
        </p:txBody>
      </p:sp>
      <p:cxnSp>
        <p:nvCxnSpPr>
          <p:cNvPr id="61" name="AutoShape 59">
            <a:extLst>
              <a:ext uri="{FF2B5EF4-FFF2-40B4-BE49-F238E27FC236}">
                <a16:creationId xmlns:a16="http://schemas.microsoft.com/office/drawing/2014/main" id="{8FDA9519-2BD3-37F0-31A5-B2D9081967A4}"/>
              </a:ext>
            </a:extLst>
          </p:cNvPr>
          <p:cNvCxnSpPr>
            <a:cxnSpLocks noChangeShapeType="1"/>
          </p:cNvCxnSpPr>
          <p:nvPr>
            <p:custDataLst>
              <p:tags r:id="rId56"/>
            </p:custDataLst>
          </p:nvPr>
        </p:nvCxnSpPr>
        <p:spPr bwMode="auto">
          <a:xfrm flipV="1">
            <a:off x="4113529" y="5334000"/>
            <a:ext cx="1257300" cy="8382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2" name="Line 61">
            <a:extLst>
              <a:ext uri="{FF2B5EF4-FFF2-40B4-BE49-F238E27FC236}">
                <a16:creationId xmlns:a16="http://schemas.microsoft.com/office/drawing/2014/main" id="{D1AD8F05-F1CF-D086-6674-C1899F09AF9E}"/>
              </a:ext>
            </a:extLst>
          </p:cNvPr>
          <p:cNvSpPr>
            <a:spLocks noChangeShapeType="1"/>
          </p:cNvSpPr>
          <p:nvPr>
            <p:custDataLst>
              <p:tags r:id="rId57"/>
            </p:custDataLst>
          </p:nvPr>
        </p:nvSpPr>
        <p:spPr bwMode="auto">
          <a:xfrm flipH="1">
            <a:off x="6856729" y="4191000"/>
            <a:ext cx="15240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2">
            <a:extLst>
              <a:ext uri="{FF2B5EF4-FFF2-40B4-BE49-F238E27FC236}">
                <a16:creationId xmlns:a16="http://schemas.microsoft.com/office/drawing/2014/main" id="{74BD3B5F-6B07-E648-17EA-F569A446DA67}"/>
              </a:ext>
            </a:extLst>
          </p:cNvPr>
          <p:cNvSpPr>
            <a:spLocks noChangeShapeType="1"/>
          </p:cNvSpPr>
          <p:nvPr>
            <p:custDataLst>
              <p:tags r:id="rId58"/>
            </p:custDataLst>
          </p:nvPr>
        </p:nvSpPr>
        <p:spPr bwMode="auto">
          <a:xfrm flipH="1" flipV="1">
            <a:off x="7694929" y="3733800"/>
            <a:ext cx="609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TextBox 63">
            <a:extLst>
              <a:ext uri="{FF2B5EF4-FFF2-40B4-BE49-F238E27FC236}">
                <a16:creationId xmlns:a16="http://schemas.microsoft.com/office/drawing/2014/main" id="{66473838-C07B-70D0-D96E-C16AEE17AFA4}"/>
              </a:ext>
            </a:extLst>
          </p:cNvPr>
          <p:cNvSpPr txBox="1"/>
          <p:nvPr/>
        </p:nvSpPr>
        <p:spPr>
          <a:xfrm>
            <a:off x="8335477" y="3694093"/>
            <a:ext cx="2667000" cy="954107"/>
          </a:xfrm>
          <a:prstGeom prst="rect">
            <a:avLst/>
          </a:prstGeom>
          <a:noFill/>
        </p:spPr>
        <p:txBody>
          <a:bodyPr wrap="square" rtlCol="0">
            <a:spAutoFit/>
          </a:bodyPr>
          <a:lstStyle/>
          <a:p>
            <a:r>
              <a:rPr lang="en-US" sz="2800" dirty="0"/>
              <a:t>Compute sigmoid function</a:t>
            </a:r>
          </a:p>
        </p:txBody>
      </p:sp>
    </p:spTree>
    <p:extLst>
      <p:ext uri="{BB962C8B-B14F-4D97-AF65-F5344CB8AC3E}">
        <p14:creationId xmlns:p14="http://schemas.microsoft.com/office/powerpoint/2010/main" val="237110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F547-6EF6-97E5-D1FD-5ADFBC07A5BD}"/>
              </a:ext>
            </a:extLst>
          </p:cNvPr>
          <p:cNvSpPr>
            <a:spLocks noGrp="1"/>
          </p:cNvSpPr>
          <p:nvPr>
            <p:ph type="title"/>
          </p:nvPr>
        </p:nvSpPr>
        <p:spPr/>
        <p:txBody>
          <a:bodyPr/>
          <a:lstStyle/>
          <a:p>
            <a:r>
              <a:rPr lang="en-US" dirty="0">
                <a:latin typeface="+mn-lt"/>
              </a:rPr>
              <a:t>Propagating Error Backward</a:t>
            </a:r>
            <a:endParaRPr lang="en-IN" dirty="0"/>
          </a:p>
        </p:txBody>
      </p:sp>
      <p:sp>
        <p:nvSpPr>
          <p:cNvPr id="3" name="Content Placeholder 2">
            <a:extLst>
              <a:ext uri="{FF2B5EF4-FFF2-40B4-BE49-F238E27FC236}">
                <a16:creationId xmlns:a16="http://schemas.microsoft.com/office/drawing/2014/main" id="{CC808A52-D226-98B2-82F7-BA896EA161C2}"/>
              </a:ext>
            </a:extLst>
          </p:cNvPr>
          <p:cNvSpPr>
            <a:spLocks noGrp="1"/>
          </p:cNvSpPr>
          <p:nvPr>
            <p:ph idx="1"/>
          </p:nvPr>
        </p:nvSpPr>
        <p:spPr/>
        <p:txBody>
          <a:bodyPr/>
          <a:lstStyle/>
          <a:p>
            <a:pPr>
              <a:defRPr/>
            </a:pPr>
            <a:r>
              <a:rPr lang="en-US" dirty="0"/>
              <a:t>For each output node k compute the error:</a:t>
            </a:r>
          </a:p>
          <a:p>
            <a:pPr marL="0" indent="0">
              <a:buNone/>
              <a:defRPr/>
            </a:pPr>
            <a:r>
              <a:rPr lang="en-US" dirty="0"/>
              <a:t>	</a:t>
            </a:r>
            <a:r>
              <a:rPr lang="en-US" dirty="0" err="1"/>
              <a:t>δ</a:t>
            </a:r>
            <a:r>
              <a:rPr lang="en-US" baseline="-25000" dirty="0" err="1"/>
              <a:t>k</a:t>
            </a:r>
            <a:r>
              <a:rPr lang="en-US" dirty="0"/>
              <a:t>   = O</a:t>
            </a:r>
            <a:r>
              <a:rPr lang="en-US" baseline="-25000" dirty="0"/>
              <a:t>k</a:t>
            </a:r>
            <a:r>
              <a:rPr lang="en-US" dirty="0"/>
              <a:t> (1-O</a:t>
            </a:r>
            <a:r>
              <a:rPr lang="en-US" baseline="-25000" dirty="0"/>
              <a:t>k</a:t>
            </a:r>
            <a:r>
              <a:rPr lang="en-US" dirty="0"/>
              <a:t>)(</a:t>
            </a:r>
            <a:r>
              <a:rPr lang="en-US" dirty="0" err="1"/>
              <a:t>t</a:t>
            </a:r>
            <a:r>
              <a:rPr lang="en-US" baseline="-25000" dirty="0" err="1"/>
              <a:t>k</a:t>
            </a:r>
            <a:r>
              <a:rPr lang="en-US" dirty="0"/>
              <a:t> – O</a:t>
            </a:r>
            <a:r>
              <a:rPr lang="en-US" baseline="-25000" dirty="0"/>
              <a:t>k</a:t>
            </a:r>
            <a:r>
              <a:rPr lang="en-US" dirty="0"/>
              <a:t>)</a:t>
            </a:r>
          </a:p>
          <a:p>
            <a:pPr>
              <a:defRPr/>
            </a:pPr>
            <a:r>
              <a:rPr lang="en-US" dirty="0"/>
              <a:t>For each hidden unit h, calculate the error:</a:t>
            </a:r>
          </a:p>
          <a:p>
            <a:pPr marL="0" indent="0">
              <a:buNone/>
              <a:defRPr/>
            </a:pPr>
            <a:r>
              <a:rPr lang="en-US" dirty="0"/>
              <a:t>	</a:t>
            </a:r>
            <a:r>
              <a:rPr lang="en-US" dirty="0" err="1"/>
              <a:t>δ</a:t>
            </a:r>
            <a:r>
              <a:rPr lang="en-US" baseline="-25000" dirty="0" err="1"/>
              <a:t>h</a:t>
            </a:r>
            <a:r>
              <a:rPr lang="en-US" dirty="0"/>
              <a:t>   = O</a:t>
            </a:r>
            <a:r>
              <a:rPr lang="en-US" baseline="-25000" dirty="0"/>
              <a:t>h</a:t>
            </a:r>
            <a:r>
              <a:rPr lang="en-US" dirty="0"/>
              <a:t> (1-O</a:t>
            </a:r>
            <a:r>
              <a:rPr lang="en-US" baseline="-25000" dirty="0"/>
              <a:t>h</a:t>
            </a:r>
            <a:r>
              <a:rPr lang="en-US" dirty="0"/>
              <a:t>) </a:t>
            </a:r>
            <a:r>
              <a:rPr lang="en-US" dirty="0" err="1"/>
              <a:t>Σ</a:t>
            </a:r>
            <a:r>
              <a:rPr lang="en-US" baseline="-25000" dirty="0" err="1"/>
              <a:t>k</a:t>
            </a:r>
            <a:r>
              <a:rPr lang="en-US" dirty="0"/>
              <a:t>  </a:t>
            </a:r>
            <a:r>
              <a:rPr lang="en-US" dirty="0" err="1"/>
              <a:t>W</a:t>
            </a:r>
            <a:r>
              <a:rPr lang="en-US" baseline="-25000" dirty="0" err="1"/>
              <a:t>kh</a:t>
            </a:r>
            <a:r>
              <a:rPr lang="en-US" dirty="0"/>
              <a:t> </a:t>
            </a:r>
            <a:r>
              <a:rPr lang="en-US" dirty="0" err="1"/>
              <a:t>δ</a:t>
            </a:r>
            <a:r>
              <a:rPr lang="en-US" baseline="-25000" dirty="0" err="1"/>
              <a:t>k</a:t>
            </a:r>
            <a:endParaRPr lang="en-US" dirty="0"/>
          </a:p>
          <a:p>
            <a:pPr>
              <a:defRPr/>
            </a:pPr>
            <a:r>
              <a:rPr lang="en-US" dirty="0"/>
              <a:t>Update each network weight:</a:t>
            </a:r>
          </a:p>
          <a:p>
            <a:pPr marL="0" indent="0">
              <a:buNone/>
              <a:defRPr/>
            </a:pPr>
            <a:r>
              <a:rPr lang="en-US" dirty="0"/>
              <a:t>	</a:t>
            </a:r>
            <a:r>
              <a:rPr lang="en-US" dirty="0" err="1"/>
              <a:t>W</a:t>
            </a:r>
            <a:r>
              <a:rPr lang="en-US" baseline="-25000" dirty="0" err="1"/>
              <a:t>ji</a:t>
            </a:r>
            <a:r>
              <a:rPr lang="en-US" dirty="0"/>
              <a:t>  =  </a:t>
            </a:r>
            <a:r>
              <a:rPr lang="en-US" dirty="0" err="1"/>
              <a:t>W</a:t>
            </a:r>
            <a:r>
              <a:rPr lang="en-US" baseline="-25000" dirty="0" err="1"/>
              <a:t>ji</a:t>
            </a:r>
            <a:r>
              <a:rPr lang="en-US" dirty="0"/>
              <a:t>  +  </a:t>
            </a:r>
            <a:r>
              <a:rPr lang="en-US" dirty="0" err="1"/>
              <a:t>Δw</a:t>
            </a:r>
            <a:r>
              <a:rPr lang="en-US" baseline="-25000" dirty="0" err="1"/>
              <a:t>ji</a:t>
            </a:r>
            <a:endParaRPr lang="en-US" baseline="-25000" dirty="0"/>
          </a:p>
          <a:p>
            <a:pPr marL="0" indent="0">
              <a:buNone/>
              <a:defRPr/>
            </a:pPr>
            <a:r>
              <a:rPr lang="en-US" baseline="-25000" dirty="0"/>
              <a:t>		</a:t>
            </a:r>
            <a:r>
              <a:rPr lang="en-US" dirty="0"/>
              <a:t>where  </a:t>
            </a:r>
            <a:r>
              <a:rPr lang="en-US" dirty="0" err="1"/>
              <a:t>Δw</a:t>
            </a:r>
            <a:r>
              <a:rPr lang="en-US" baseline="-25000" dirty="0" err="1"/>
              <a:t>ji</a:t>
            </a:r>
            <a:r>
              <a:rPr lang="en-US" dirty="0"/>
              <a:t> = η </a:t>
            </a:r>
            <a:r>
              <a:rPr lang="en-US" dirty="0" err="1"/>
              <a:t>δ</a:t>
            </a:r>
            <a:r>
              <a:rPr lang="en-US" baseline="-25000" dirty="0" err="1"/>
              <a:t>j</a:t>
            </a:r>
            <a:r>
              <a:rPr lang="en-US" dirty="0"/>
              <a:t> O</a:t>
            </a:r>
            <a:r>
              <a:rPr lang="en-US" baseline="-25000" dirty="0"/>
              <a:t>i</a:t>
            </a:r>
            <a:r>
              <a:rPr lang="en-US" dirty="0"/>
              <a:t>     (</a:t>
            </a:r>
            <a:r>
              <a:rPr lang="en-US" dirty="0" err="1"/>
              <a:t>W</a:t>
            </a:r>
            <a:r>
              <a:rPr lang="en-US" baseline="-25000" dirty="0" err="1"/>
              <a:t>ji</a:t>
            </a:r>
            <a:r>
              <a:rPr lang="en-US" dirty="0"/>
              <a:t> - weight of node </a:t>
            </a:r>
            <a:r>
              <a:rPr lang="en-US" dirty="0" err="1"/>
              <a:t>i</a:t>
            </a:r>
            <a:r>
              <a:rPr lang="en-US" dirty="0"/>
              <a:t> to node j) </a:t>
            </a:r>
          </a:p>
          <a:p>
            <a:pPr marL="457200" indent="-457200">
              <a:defRPr/>
            </a:pPr>
            <a:endParaRPr lang="en-US" dirty="0">
              <a:effectLst>
                <a:outerShdw blurRad="38100" dist="38100" dir="2700000" algn="tl">
                  <a:srgbClr val="C0C0C0"/>
                </a:outerShdw>
              </a:effectLst>
              <a:latin typeface="Times New Roman" pitchFamily="18" charset="0"/>
            </a:endParaRPr>
          </a:p>
          <a:p>
            <a:endParaRPr lang="en-IN" dirty="0"/>
          </a:p>
        </p:txBody>
      </p:sp>
    </p:spTree>
    <p:extLst>
      <p:ext uri="{BB962C8B-B14F-4D97-AF65-F5344CB8AC3E}">
        <p14:creationId xmlns:p14="http://schemas.microsoft.com/office/powerpoint/2010/main" val="129075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2E98E-A9A1-29C8-604E-F089070A4E4A}"/>
              </a:ext>
            </a:extLst>
          </p:cNvPr>
          <p:cNvSpPr>
            <a:spLocks noGrp="1"/>
          </p:cNvSpPr>
          <p:nvPr>
            <p:ph type="title"/>
          </p:nvPr>
        </p:nvSpPr>
        <p:spPr/>
        <p:txBody>
          <a:bodyPr/>
          <a:lstStyle/>
          <a:p>
            <a:r>
              <a:rPr lang="en-US" dirty="0"/>
              <a:t>Number of Hidden Units</a:t>
            </a:r>
            <a:endParaRPr lang="en-IN" dirty="0"/>
          </a:p>
        </p:txBody>
      </p:sp>
      <p:sp>
        <p:nvSpPr>
          <p:cNvPr id="3" name="Content Placeholder 2">
            <a:extLst>
              <a:ext uri="{FF2B5EF4-FFF2-40B4-BE49-F238E27FC236}">
                <a16:creationId xmlns:a16="http://schemas.microsoft.com/office/drawing/2014/main" id="{3515CC2E-FBA8-C148-88CF-CF6962DB58DC}"/>
              </a:ext>
            </a:extLst>
          </p:cNvPr>
          <p:cNvSpPr>
            <a:spLocks noGrp="1"/>
          </p:cNvSpPr>
          <p:nvPr>
            <p:ph idx="1"/>
          </p:nvPr>
        </p:nvSpPr>
        <p:spPr>
          <a:xfrm>
            <a:off x="838200" y="1389888"/>
            <a:ext cx="10515600" cy="4787075"/>
          </a:xfrm>
        </p:spPr>
        <p:txBody>
          <a:bodyPr>
            <a:normAutofit lnSpcReduction="10000"/>
          </a:bodyPr>
          <a:lstStyle/>
          <a:p>
            <a:r>
              <a:rPr lang="en-US" dirty="0"/>
              <a:t>The number of hidden units is related to the complexity of  the decision boundary.</a:t>
            </a:r>
          </a:p>
          <a:p>
            <a:r>
              <a:rPr lang="en-US" dirty="0"/>
              <a:t>If examples are easy to discriminate few nodes would be enough. Conversely complex problems require many internal nodes. </a:t>
            </a:r>
          </a:p>
          <a:p>
            <a:r>
              <a:rPr lang="en-US" dirty="0"/>
              <a:t>A rule of thumb is to choose roughly m / 10 weights, where m  is the number of training examples. </a:t>
            </a:r>
          </a:p>
          <a:p>
            <a:pPr marL="0" indent="0">
              <a:buNone/>
            </a:pPr>
            <a:r>
              <a:rPr lang="en-US" b="1" dirty="0"/>
              <a:t>Learning Rates</a:t>
            </a:r>
          </a:p>
          <a:p>
            <a:r>
              <a:rPr lang="en-US" dirty="0"/>
              <a:t>Different learning rates affect the performance of a neural network significantly. </a:t>
            </a:r>
          </a:p>
          <a:p>
            <a:r>
              <a:rPr lang="en-US" dirty="0"/>
              <a:t>Optimal Learning Rate: </a:t>
            </a:r>
          </a:p>
          <a:p>
            <a:pPr lvl="1"/>
            <a:r>
              <a:rPr lang="en-US" dirty="0"/>
              <a:t>Leads to the error minimum in one learning step. </a:t>
            </a:r>
          </a:p>
          <a:p>
            <a:endParaRPr lang="en-IN" dirty="0"/>
          </a:p>
        </p:txBody>
      </p:sp>
    </p:spTree>
    <p:extLst>
      <p:ext uri="{BB962C8B-B14F-4D97-AF65-F5344CB8AC3E}">
        <p14:creationId xmlns:p14="http://schemas.microsoft.com/office/powerpoint/2010/main" val="122048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the back propagation algorithm</a:t>
            </a:r>
          </a:p>
        </p:txBody>
      </p:sp>
      <p:sp>
        <p:nvSpPr>
          <p:cNvPr id="3" name="Content Placeholder 2"/>
          <p:cNvSpPr>
            <a:spLocks noGrp="1"/>
          </p:cNvSpPr>
          <p:nvPr>
            <p:ph idx="1"/>
          </p:nvPr>
        </p:nvSpPr>
        <p:spPr/>
        <p:txBody>
          <a:bodyPr/>
          <a:lstStyle/>
          <a:p>
            <a:r>
              <a:rPr lang="en-US" dirty="0"/>
              <a:t>It is not guaranteed to find global minimum of the error function. It may get trapped in a local minima,</a:t>
            </a:r>
          </a:p>
          <a:p>
            <a:pPr lvl="1"/>
            <a:r>
              <a:rPr lang="en-US" dirty="0"/>
              <a:t>Improvements,</a:t>
            </a:r>
          </a:p>
          <a:p>
            <a:pPr lvl="2"/>
            <a:r>
              <a:rPr lang="en-US" dirty="0"/>
              <a:t>Add momentum.</a:t>
            </a:r>
          </a:p>
          <a:p>
            <a:pPr lvl="2"/>
            <a:r>
              <a:rPr lang="en-US" dirty="0"/>
              <a:t>Use stochastic gradient descent.</a:t>
            </a:r>
          </a:p>
          <a:p>
            <a:pPr lvl="2"/>
            <a:r>
              <a:rPr lang="en-US" dirty="0"/>
              <a:t>Use different networks with different initial values for the weights.</a:t>
            </a:r>
          </a:p>
          <a:p>
            <a:pPr marL="682633" lvl="2" indent="0">
              <a:buNone/>
            </a:pPr>
            <a:endParaRPr lang="en-US" dirty="0"/>
          </a:p>
          <a:p>
            <a:r>
              <a:rPr lang="en-US" dirty="0"/>
              <a:t>Back propagation learning does not require normalization of input vectors; however, normalization could improve performance.</a:t>
            </a:r>
            <a:endParaRPr lang="en-US" baseline="30000" dirty="0"/>
          </a:p>
          <a:p>
            <a:pPr lvl="1"/>
            <a:r>
              <a:rPr lang="en-US" dirty="0"/>
              <a:t> Standardize all features previous to training.</a:t>
            </a:r>
          </a:p>
          <a:p>
            <a:endParaRPr lang="en-US" dirty="0"/>
          </a:p>
        </p:txBody>
      </p:sp>
      <p:sp>
        <p:nvSpPr>
          <p:cNvPr id="4" name="Slide Number Placeholder 3"/>
          <p:cNvSpPr>
            <a:spLocks noGrp="1"/>
          </p:cNvSpPr>
          <p:nvPr>
            <p:ph type="sldNum" sz="quarter" idx="12"/>
          </p:nvPr>
        </p:nvSpPr>
        <p:spPr/>
        <p:txBody>
          <a:bodyPr/>
          <a:lstStyle/>
          <a:p>
            <a:fld id="{C014DD1E-5D91-48A3-AD6D-45FBA980D106}" type="slidenum">
              <a:rPr lang="en-US" smtClean="0"/>
              <a:t>10</a:t>
            </a:fld>
            <a:endParaRPr lang="en-US"/>
          </a:p>
        </p:txBody>
      </p:sp>
    </p:spTree>
    <p:extLst>
      <p:ext uri="{BB962C8B-B14F-4D97-AF65-F5344CB8AC3E}">
        <p14:creationId xmlns:p14="http://schemas.microsoft.com/office/powerpoint/2010/main" val="381323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527</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BackPropagation</vt:lpstr>
      <vt:lpstr>PowerPoint Presentation</vt:lpstr>
      <vt:lpstr>Back propagation Algorithm</vt:lpstr>
      <vt:lpstr>PowerPoint Presentation</vt:lpstr>
      <vt:lpstr>Back propagation Algorithm</vt:lpstr>
      <vt:lpstr>Gradient descent algorithm</vt:lpstr>
      <vt:lpstr>Propagating forward</vt:lpstr>
      <vt:lpstr>Propagating Error Backward</vt:lpstr>
      <vt:lpstr>Number of Hidden Units</vt:lpstr>
      <vt:lpstr>Limitations of the back propagation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BackPropagation</dc:title>
  <dc:creator>Thamizharasi Nandakumar</dc:creator>
  <cp:lastModifiedBy>Bunni Ranadeesh</cp:lastModifiedBy>
  <cp:revision>5</cp:revision>
  <dcterms:created xsi:type="dcterms:W3CDTF">2025-07-18T05:31:10Z</dcterms:created>
  <dcterms:modified xsi:type="dcterms:W3CDTF">2025-11-07T08:49:13Z</dcterms:modified>
</cp:coreProperties>
</file>